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Insight Engine</a:t>
            </a:r>
          </a:p>
          <a:p>
            <a:r>
              <a:t>Generated using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C3C3C"/>
                </a:solidFill>
              </a:defRPr>
            </a:pPr>
            <a:r>
              <a:t>Okay, here's an executive summary, key insights, and recommended actions based on the provided data: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**Executive Summary:**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The recent advertising campaign, comprised of 9 ad variations, generated 16,800 impressions and 935 clicks, resulting in a click-through rate (CTR) of 5.57%. This CTR indicates a moderate level of engagement with the ads. Geographically, the majority of clicks originated from the top three cities: Delhi, Mumbai, and Bangalore, highlighting their significance as key markets for our campaign. Optimizing the creative messaging for specific cities may increase engagement.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**Key Insights:**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*   **Moderate CTR:** The 5.57% CTR suggests there's room for improvement in ad relevance or targeting. A deeper analysis may be required to determine areas of optimization.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*   **Delhi Dominance:** Delhi is the leading city for clicks, suggesting stronger resonance with the ads in that region compared to Mumbai and Bangalore, by at least 20%.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*   **Concentrated Engagement:** The concentration of clicks in the top three cities emphasizes the importance of a location-based targeting strategy.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**Recommended Actions:**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*   **A/B Test Ad Creatives:** Develop and implement A/B tests for ad creatives, particularly targeting Delhi, Mumbai, and Bangalore, to improve CTR. Consider tailoring messaging to resonate with each city's unique demographics and interests.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*   **Refine Targeting:** Analyze user demographics and behavior in the top three cities to refine targeting parameters and reach a more relevant audience. Explore targeting options such as interests, demographics, and online behavior within these specific locations.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total_rows: 9</a:t>
            </a:r>
          </a:p>
          <a:p>
            <a:pPr>
              <a:defRPr sz="2000" b="1"/>
            </a:pPr>
            <a:r>
              <a:t>impressions: 16800</a:t>
            </a:r>
          </a:p>
          <a:p>
            <a:pPr>
              <a:defRPr sz="2000" b="1"/>
            </a:pPr>
            <a:r>
              <a:t>clicks: 935</a:t>
            </a:r>
          </a:p>
          <a:p>
            <a:pPr>
              <a:defRPr sz="2000" b="1"/>
            </a:pPr>
            <a:r>
              <a:t>ctr: 0.0557</a:t>
            </a:r>
          </a:p>
          <a:p>
            <a:pPr>
              <a:defRPr sz="2000" b="1"/>
            </a:pPr>
            <a:r>
              <a:t>top_cities: {'Delhi': 580, 'Mumbai': 485, 'Bangalore': 455}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Chart</a:t>
            </a:r>
          </a:p>
        </p:txBody>
      </p:sp>
      <p:pic>
        <p:nvPicPr>
          <p:cNvPr id="3" name="Picture 2" descr="ctr_1764741266.5346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